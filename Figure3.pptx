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32"/>
    <p:restoredTop sz="94663"/>
  </p:normalViewPr>
  <p:slideViewPr>
    <p:cSldViewPr snapToGrid="0">
      <p:cViewPr>
        <p:scale>
          <a:sx n="90" d="100"/>
          <a:sy n="90" d="100"/>
        </p:scale>
        <p:origin x="173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AD03-CC0E-1077-3E00-D5E0C5770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EE926-31F3-D39A-2727-DC8AFEA4B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F5633-5E46-1CDC-F5B5-CF00D49C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C76C-AB98-BCC1-91B6-11E425B6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BE4D-26CA-39C9-BF94-CC00D1F0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D1A7-0C66-4ACA-B53A-9FD07AA4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92E1-8D67-B508-5BDC-00C232A6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8275-50C3-E875-0387-C8649B26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34B8F-6627-928C-8E97-B3907CAD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F4BE6-24AA-9D91-FD46-528BB9E8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1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6AF2-2C6E-E8ED-5AF1-27C5DFEB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4C80E-94BA-8F52-E202-E66E75C66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4D8AD-B8C5-6DAB-C016-A8ECA45A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44D78-8B7E-C90B-395B-A130D66C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9BAD6-4D3F-2B5F-2DF6-9F0FDB81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6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410E-8697-2117-1340-ED053816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4681-E4CF-BDCD-0B4C-BCA82239D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C7CA5-38BB-6966-5C1B-6B76C6F1F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EA003-D48D-C8D3-DD7D-0E707439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FB94D-ADE3-E034-E463-1460567A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4A6D7-1C5B-EF76-BDA4-6F0B8C98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3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6B9E-6FED-4118-AC08-8942FF78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0EDF3-17D2-B96D-259D-AA0FEA53E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39CCE-73EB-1144-6C05-BCE5506A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D7658-F3EB-6D35-6285-668F24879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F1038-5445-7274-3C65-70596DAF2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E1C77-09EF-3CC3-E1F7-E1758DD3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B8327-DAB3-235E-EB8A-FAA213A4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61006-5641-8AE0-585B-6497E1EE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6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60BA-6FE1-F9D5-EE33-9FDF3E36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5F010-ACF1-5D26-88F7-09726BA6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9B313-A586-CC67-5018-676313EC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13C98-369E-43AD-A0AF-F6F3DE1B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4550D-0B0E-F4C4-2ACA-A6F5CAB1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0398A-B17B-FFB9-CD92-5C91B6C4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8C66A-064C-9F3E-A676-3877720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1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8BDD-B33F-4E56-2E75-278447A8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E6CE2-6248-564B-2E44-7E75CE1FA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A52D5-6876-977E-8421-94AFB9B92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1609A-628C-CDEE-CA17-843FC231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10070-ABEF-DEB9-437B-1053876D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ABDAE-2D04-0DBA-4020-C0AE91DE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4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F207-A55C-F3B3-74B9-5C633EE1C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39C26-3704-B7F8-AA31-A4788EB28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FDBA8-6C5D-7AB5-A69C-BB434853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C6A0A-B2CF-F48D-01B5-57C11F3F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7EE2-A5D9-15BC-EF27-53B286E6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3A189-7128-8B31-F705-B8EBEE1B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A8F2-C7A7-BC33-8D8F-83E2840F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809EE-4E09-0126-0A5F-84B1D5DA8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C00B-BED8-BA06-1786-3BDE6980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D3669-9D3D-79C3-422F-717247E4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0FE1C-D8F4-3B0A-3B9D-7682AE97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5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4C944-19DB-6252-0170-3A149DF2F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14D9E-92FB-7EA1-BA85-28431B239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B0D9C-B96B-7DFA-60FB-BF509CE1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3BDD8-596D-D18F-9DEC-DC345937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0256-6662-5B2C-D7DF-8643E34A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2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3E2FD-2E8E-5F60-E9F5-9823B833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F84EA-C135-26E9-F399-C5905ED21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C707C-7F81-1779-F3DB-4D1400033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7C050-CABA-B346-B15C-66BCDBCCEE1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0BB27-A853-8DD6-F320-C3D6B28F9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CF747-C41A-E2F5-55FC-954649B4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9CD45-C49B-E74A-A93D-13F48052C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0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D8802D-3FD7-92F6-3A6B-DF43DA9C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t="18527" r="6956"/>
          <a:stretch>
            <a:fillRect/>
          </a:stretch>
        </p:blipFill>
        <p:spPr>
          <a:xfrm>
            <a:off x="250372" y="119742"/>
            <a:ext cx="3338679" cy="22440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CEA7C-8AA7-181E-E784-B1002AD903AC}"/>
              </a:ext>
            </a:extLst>
          </p:cNvPr>
          <p:cNvSpPr txBox="1"/>
          <p:nvPr/>
        </p:nvSpPr>
        <p:spPr>
          <a:xfrm>
            <a:off x="0" y="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C1677-ACED-AD54-98CB-6C9AC650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0" t="19643" r="11703" b="5134"/>
          <a:stretch>
            <a:fillRect/>
          </a:stretch>
        </p:blipFill>
        <p:spPr>
          <a:xfrm>
            <a:off x="3718124" y="119743"/>
            <a:ext cx="2256577" cy="2270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39F94C-6FE6-9F22-43F8-5DF9BB1CC0E1}"/>
              </a:ext>
            </a:extLst>
          </p:cNvPr>
          <p:cNvSpPr txBox="1"/>
          <p:nvPr/>
        </p:nvSpPr>
        <p:spPr>
          <a:xfrm>
            <a:off x="3577701" y="0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FAED87-7211-ACF3-A297-DA20366979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82" b="3159"/>
          <a:stretch>
            <a:fillRect/>
          </a:stretch>
        </p:blipFill>
        <p:spPr>
          <a:xfrm>
            <a:off x="0" y="2483495"/>
            <a:ext cx="3623582" cy="4178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070572-CECB-0DEA-ADC5-4C15F3D49766}"/>
              </a:ext>
            </a:extLst>
          </p:cNvPr>
          <p:cNvSpPr txBox="1"/>
          <p:nvPr/>
        </p:nvSpPr>
        <p:spPr>
          <a:xfrm>
            <a:off x="-4810" y="2483495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9CBC08-DFDF-9D8E-04AA-B1FB3D6CA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591" y="119742"/>
            <a:ext cx="3022403" cy="23637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6EE4BF-3129-1455-C7EE-BDE5675833E8}"/>
              </a:ext>
            </a:extLst>
          </p:cNvPr>
          <p:cNvSpPr txBox="1"/>
          <p:nvPr/>
        </p:nvSpPr>
        <p:spPr>
          <a:xfrm>
            <a:off x="5988935" y="12308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B94511-F2F4-200A-C9BA-B9CE2BDD36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551" r="11100" b="6325"/>
          <a:stretch>
            <a:fillRect/>
          </a:stretch>
        </p:blipFill>
        <p:spPr>
          <a:xfrm>
            <a:off x="9371643" y="166196"/>
            <a:ext cx="2357484" cy="21755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AD1915-6B87-85B2-4000-42231AA8D5BC}"/>
              </a:ext>
            </a:extLst>
          </p:cNvPr>
          <p:cNvSpPr txBox="1"/>
          <p:nvPr/>
        </p:nvSpPr>
        <p:spPr>
          <a:xfrm>
            <a:off x="9371643" y="6491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E73220-F714-A3EE-32A7-5C8BFF961F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84" t="17557" r="10035" b="15362"/>
          <a:stretch>
            <a:fillRect/>
          </a:stretch>
        </p:blipFill>
        <p:spPr>
          <a:xfrm>
            <a:off x="4058815" y="3429000"/>
            <a:ext cx="2472730" cy="2270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1F265C-132A-7AB1-93E3-3417F909C0B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136" t="20847" r="13012" b="26646"/>
          <a:stretch>
            <a:fillRect/>
          </a:stretch>
        </p:blipFill>
        <p:spPr>
          <a:xfrm>
            <a:off x="7585787" y="3337648"/>
            <a:ext cx="2868813" cy="260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5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Adewale Ogunleye</dc:creator>
  <cp:lastModifiedBy>Adewale Ogunleye</cp:lastModifiedBy>
  <cp:revision>1</cp:revision>
  <dcterms:created xsi:type="dcterms:W3CDTF">2026-01-28T12:08:22Z</dcterms:created>
  <dcterms:modified xsi:type="dcterms:W3CDTF">2026-01-28T12:36:18Z</dcterms:modified>
</cp:coreProperties>
</file>